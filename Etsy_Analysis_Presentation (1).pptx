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3945e7a24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3945e7a2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3945e7a24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3945e7a2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3945e7a24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3945e7a2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3945e7a24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3945e7a2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3945e7a24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3945e7a2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3945e7a24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3945e7a2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1373700"/>
            <a:ext cx="7772400" cy="27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013"/>
              <a:buFont typeface="Calibri"/>
              <a:buNone/>
            </a:pPr>
            <a:r>
              <a:rPr lang="en-US" sz="12566"/>
              <a:t>Fuzzy-engine</a:t>
            </a:r>
            <a:endParaRPr sz="12566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Etsy Shop Analysis &amp; Sales Prediction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4425200"/>
            <a:ext cx="6400800" cy="12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Final Presentation</a:t>
            </a:r>
            <a:endParaRPr>
              <a:solidFill>
                <a:srgbClr val="88888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by Karolina </a:t>
            </a:r>
            <a:r>
              <a:rPr lang="en-US"/>
              <a:t>Włoczewska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ctrTitle"/>
          </p:nvPr>
        </p:nvSpPr>
        <p:spPr>
          <a:xfrm>
            <a:off x="505500" y="284850"/>
            <a:ext cx="81330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Dataset &amp; Business Questions</a:t>
            </a:r>
            <a:endParaRPr/>
          </a:p>
        </p:txBody>
      </p:sp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178275" y="1489025"/>
            <a:ext cx="8693100" cy="5243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Etsy shop-level dataset (2019 snapshot)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row = one shop (sales, favourites, reviews, listings, location, marketing flag)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Goal: explore which factors are associated with better shop performance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business questions: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location and region matter for sales?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active listings and engagement drive performance?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Does simple marketing (sale message) help?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429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Majority of shops have very low sales</a:t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926" y="1600200"/>
            <a:ext cx="7434750" cy="493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ctrTitle"/>
          </p:nvPr>
        </p:nvSpPr>
        <p:spPr>
          <a:xfrm>
            <a:off x="272625" y="169500"/>
            <a:ext cx="42993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/>
              <a:t>Countries distribution shows a few dominant markets</a:t>
            </a:r>
            <a:endParaRPr/>
          </a:p>
        </p:txBody>
      </p:sp>
      <p:pic>
        <p:nvPicPr>
          <p:cNvPr id="103" name="Google Shape;10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7730" y="0"/>
            <a:ext cx="4048005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ctrTitle"/>
          </p:nvPr>
        </p:nvSpPr>
        <p:spPr>
          <a:xfrm>
            <a:off x="23100" y="2696675"/>
            <a:ext cx="9097800" cy="1665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Hypotheses &amp; Visual Insights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ctrTitle"/>
          </p:nvPr>
        </p:nvSpPr>
        <p:spPr>
          <a:xfrm>
            <a:off x="0" y="0"/>
            <a:ext cx="9144000" cy="1901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Hypothesis 1 – Country differences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The US and a few European countries have the most shops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Sales variation inside each country is high → country alone is not a strong predictor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active listings generally correlate with higher sales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Marketing (sale messages) slightly increases median sales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Engagement metrics (favorites, reviews) show weak correlations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ctrTitle"/>
          </p:nvPr>
        </p:nvSpPr>
        <p:spPr>
          <a:xfrm>
            <a:off x="685800" y="211450"/>
            <a:ext cx="77724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EDA – Key Patterns</a:t>
            </a:r>
            <a:endParaRPr/>
          </a:p>
        </p:txBody>
      </p:sp>
      <p:sp>
        <p:nvSpPr>
          <p:cNvPr id="125" name="Google Shape;125;p20"/>
          <p:cNvSpPr txBox="1"/>
          <p:nvPr>
            <p:ph idx="1" type="subTitle"/>
          </p:nvPr>
        </p:nvSpPr>
        <p:spPr>
          <a:xfrm>
            <a:off x="73400" y="1468075"/>
            <a:ext cx="8965800" cy="530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Sales distribution is extremely skewed: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many shops have 0–5 sales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small number of shops have 200+ sales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 dominates in number of shops, but performance varies widely within each country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shops have a small number of active listings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Engagement variables (favourites, reviews) are also very unevenly distributed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Modeling Results</a:t>
            </a:r>
            <a:endParaRPr/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 Regression: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MAE ≈ ~2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Model struggles with high variance in sales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 Forest: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MAE ≈ ~3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Better but still limited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Large outliers and noisy data reduce performance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Challenges</a:t>
            </a:r>
            <a:endParaRPr/>
          </a:p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Heavy skew: most shops have 0–5 sales, few have 100+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Missing time features (e.g., shop age)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Unreliable listing/update data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Sparse engagement signals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Nonlinear patterns hard to model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Conclusions</a:t>
            </a:r>
            <a:endParaRPr/>
          </a:p>
        </p:txBody>
      </p:sp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Sales are influenced by listings, engagement, and marketing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However, variability is too large for strong predictions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Improvements require more complete historical data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Current model useful only for rough estimation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